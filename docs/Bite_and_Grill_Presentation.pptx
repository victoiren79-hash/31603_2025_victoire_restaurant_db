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65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7A00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830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DPR400210 · CAPSTONE FINAL EXAMINATION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 &amp; GRILL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C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Oracle Database System for Restaurant Ordering &amp; Management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2011680" cy="0"/>
          </a:xfrm>
          <a:prstGeom prst="line">
            <a:avLst/>
          </a:prstGeom>
          <a:noFill/>
          <a:ln w="25400">
            <a:solidFill>
              <a:srgbClr val="FFD1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Nadjitiessem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Gondje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Victoire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F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31603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_2025_Nadjitiessem_Restaurant_DB
</a:t>
            </a:r>
            <a:r>
              <a:rPr lang="en-US" sz="1400" b="1" dirty="0">
                <a:solidFill>
                  <a:srgbClr val="F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Maniraguha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Bite &amp; Grill 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Oracle 19c database system for a restaurant: menu, customers, orders, auditing, and business-rule enforcement — accessed through a controlled PL/SQL API and demonstrated with a live web ordering interface.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7889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— categories, menu_items, customers, orders, order_audit, holidays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35661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PL/SQL program units in order_management_pkg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43434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— audit trail + business-rule enforcement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40880" y="1371600"/>
            <a:ext cx="4572000" cy="4846320"/>
          </a:xfrm>
          <a:prstGeom prst="roundRect">
            <a:avLst>
              <a:gd name="adj" fmla="val 24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21031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restaurants track orders on paper — slow, error-prone, and impossible to audit. Bite &amp; Grill replaces that with a normalized schema and rules enforced at the database layer, not just in app code that can be bypassed.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06640" y="4114800"/>
            <a:ext cx="3840480" cy="0"/>
          </a:xfrm>
          <a:prstGeom prst="line">
            <a:avLst/>
          </a:prstGeom>
          <a:noFill/>
          <a:ln w="12700">
            <a:solidFill>
              <a:srgbClr val="556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42976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D8D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write goes through one PL/SQL package — so every write is validated and audited.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Tickets Don't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8562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capture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taken by phone or in person, then hand-written — every step adds delay and transcription error.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18562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order or its status is changed, there is no record of what it used to be, who changed it, or when.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enforced rules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policy (e.g. no changes outside opening hours) lives only in staff memory, not in the system.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4206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86600" y="41879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sales visibility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can't see daily totals or order volume without manually adding up paper tickets.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Eight-Phase Build Process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301752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43684" y="210312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35124" y="2212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53412" y="301752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model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38728" y="210312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30168" y="2212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48456" y="301752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design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(ERD, 3NF)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33772" y="210312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5212" y="2212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43500" y="301752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28816" y="210312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0256" y="2212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38544" y="301752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23860" y="210312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15300" y="2212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33588" y="301752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PL/SQL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18904" y="210312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10344" y="2212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28632" y="301752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&amp;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013948" y="2103120"/>
            <a:ext cx="1371600" cy="173736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105388" y="2212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123676" y="3017520"/>
            <a:ext cx="1152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&amp;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maps directly to the marking scheme, so the deliverables you're reviewing trace 1:1 back to the rubric.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Entity–Relationship Model</a:t>
            </a:r>
            <a:endParaRPr lang="en-US" sz="3000" dirty="0"/>
          </a:p>
        </p:txBody>
      </p:sp>
      <p:pic>
        <p:nvPicPr>
          <p:cNvPr id="4" name="Image 0" descr="/home/claude/diagrams/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8229600" cy="4636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15400" y="1371600"/>
            <a:ext cx="2743200" cy="4663440"/>
          </a:xfrm>
          <a:prstGeom prst="roundRect">
            <a:avLst>
              <a:gd name="adj" fmla="val 3333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NORMALIZED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0" y="1965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entities · single-column surrogate keys · FKs on category, customer, and order.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0" y="3200400"/>
            <a:ext cx="2286000" cy="0"/>
          </a:xfrm>
          <a:prstGeom prst="line">
            <a:avLst/>
          </a:prstGeom>
          <a:noFill/>
          <a:ln w="12700">
            <a:solidFill>
              <a:srgbClr val="C2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0" y="338328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FF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customer_name/phone/address are intentionally duplicated on orders — a deliberate trade-off to keep a permanent record even for walk-in orders.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Order to Delivery</a:t>
            </a:r>
            <a:endParaRPr lang="en-US" sz="3000" dirty="0"/>
          </a:p>
        </p:txBody>
      </p:sp>
      <p:pic>
        <p:nvPicPr>
          <p:cNvPr id="4" name="Image 0" descr="/home/claude/diagrams/bp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298448"/>
            <a:ext cx="6263640" cy="5193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37160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7532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CHECKPOINT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75320" y="210312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restrict_weekday_dml fires BEFORE every insert, update, or delete on orders. If it's a weekday or a public holiday, the transaction is rejected with ORA-20010 / ORA-20011 — no matter which client tried to write.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75320" y="4343400"/>
            <a:ext cx="3108960" cy="0"/>
          </a:xfrm>
          <a:prstGeom prst="line">
            <a:avLst/>
          </a:prstGeom>
          <a:noFill/>
          <a:ln w="12700">
            <a:solidFill>
              <a:srgbClr val="556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75320" y="45262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D8D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insert and every status change is captured automatically by AFTER triggers into order_audit.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order_management_pkg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write to ORDERS happens through this package — the single controlled entry point.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881360" cy="621792"/>
          </a:xfrm>
          <a:prstGeom prst="rect">
            <a:avLst/>
          </a:prstGeom>
          <a:solidFill>
            <a:srgbClr val="F3E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place_order()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0" y="18745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 a new order, computes the total, COMMITs, ROLLBACKs on error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328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update_order_status()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5328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0" y="253288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the order exists, updates status, NO_DATA_FOUND handling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10881360" cy="621792"/>
          </a:xfrm>
          <a:prstGeom prst="rect">
            <a:avLst/>
          </a:prstGeom>
          <a:solidFill>
            <a:srgbClr val="F3E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19125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get_order_details()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1912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→ REF CURSOR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0" y="3191256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details for one order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84962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get_total_sales()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84962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0" y="384962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SUM(total_amount), excludes CANCELLED orders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62272"/>
            <a:ext cx="10881360" cy="621792"/>
          </a:xfrm>
          <a:prstGeom prst="rect">
            <a:avLst/>
          </a:prstGeom>
          <a:solidFill>
            <a:srgbClr val="F3E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45079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get_orders_by_status()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45079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→ REF CURSOR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0" y="4507992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filtered by status, most recent first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166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get_daily_orders_report()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5166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+ explicit CURSOR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0" y="516636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today's orders, prints a DBMS_OUTPUT summary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&amp; 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at the Database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1214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order_insert_audit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3040" y="24414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INSERT → logs ORDER_CREATED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10896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081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order_audit_trigger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340156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UPDATE OF order_status → logs old/new status + who changed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251960"/>
            <a:ext cx="4617720" cy="0"/>
          </a:xfrm>
          <a:prstGeom prst="line">
            <a:avLst/>
          </a:prstGeom>
          <a:noFill/>
          <a:ln w="12700">
            <a:solidFill>
              <a:srgbClr val="E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restrict_weekday_dml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INSERT/UPDATE/DELETE, FOR EACH ROW — blocks writes on weekdays and on dates found in the new HOLIDAYS reference table, raising ORA-20010 / ORA-20011.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5532120" cy="4663440"/>
          </a:xfrm>
          <a:prstGeom prst="roundRect">
            <a:avLst>
              <a:gd name="adj" fmla="val 1961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A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14884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D1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INSERT, UPDATE, DELETE ON orders FROM PUBLIC
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direct write access completely.
</a:t>
            </a:r>
            <a:r>
              <a:rPr lang="en-US" sz="1350" b="1" dirty="0">
                <a:solidFill>
                  <a:srgbClr val="F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restaurant_app_role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granted only EXECUTE on order_management_pkg and SELECT on orders.
</a:t>
            </a:r>
            <a:r>
              <a:rPr lang="en-US" sz="1300" dirty="0">
                <a:solidFill>
                  <a:srgbClr val="D8D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package runs with definer's rights, a session with only that role can still place and update orders — but only through the package, which guarantees the business rule and the audit trail apply to every single write.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INNOVATION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Ordering Interface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 web app (app.py) drives the Oracle package live — no ORM, no framework, every call visible.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221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renders live from MENU_ITEMS / CATEGORIES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990011"/>
          </a:solidFill>
          <a:ln w="12700">
            <a:solidFill>
              <a:srgbClr val="E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2240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66360" y="2221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8803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/api/order calls place_order() — never a raw INSERT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9659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0" y="224028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69680" y="2221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28803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/api/orders shows live status per customer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0789920" cy="1874520"/>
          </a:xfrm>
          <a:prstGeom prst="roundRect">
            <a:avLst>
              <a:gd name="adj" fmla="val 4878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AE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LIVE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7548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covers: placing an order, the business-rule trigger rejecting a weekday write, staff progressing an order's status, and the resulting rows in order_audit.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30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Enforced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Database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3474720"/>
            <a:ext cx="146304" cy="146304"/>
          </a:xfrm>
          <a:prstGeom prst="ellipse">
            <a:avLst/>
          </a:prstGeom>
          <a:solidFill>
            <a:srgbClr val="FFD1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3NF-normalized schema across 6 tables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950208"/>
            <a:ext cx="146304" cy="146304"/>
          </a:xfrm>
          <a:prstGeom prst="ellipse">
            <a:avLst/>
          </a:prstGeom>
          <a:solidFill>
            <a:srgbClr val="FFD1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39044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writes routed through order_management_pkg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425696"/>
            <a:ext cx="146304" cy="146304"/>
          </a:xfrm>
          <a:prstGeom prst="ellipse">
            <a:avLst/>
          </a:prstGeom>
          <a:solidFill>
            <a:srgbClr val="FFD1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43799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 + full audit trail enforced by triggers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901184"/>
            <a:ext cx="146304" cy="146304"/>
          </a:xfrm>
          <a:prstGeom prst="ellipse">
            <a:avLst/>
          </a:prstGeom>
          <a:solidFill>
            <a:srgbClr val="FFD1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48554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table DML revoked — security by grants, not convention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376672"/>
            <a:ext cx="146304" cy="146304"/>
          </a:xfrm>
          <a:prstGeom prst="ellipse">
            <a:avLst/>
          </a:prstGeom>
          <a:solidFill>
            <a:srgbClr val="FFD1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3309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Python web interface as the innovation component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967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victoiren79@gmail.com</cp:lastModifiedBy>
  <cp:revision>2</cp:revision>
  <dcterms:created xsi:type="dcterms:W3CDTF">2026-07-15T00:39:27Z</dcterms:created>
  <dcterms:modified xsi:type="dcterms:W3CDTF">2026-07-15T07:30:31Z</dcterms:modified>
</cp:coreProperties>
</file>