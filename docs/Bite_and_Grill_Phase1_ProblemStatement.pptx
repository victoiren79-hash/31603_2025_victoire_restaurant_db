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I ·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1F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Bite &amp; Grill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Oracle Database System for Restaurant Ordering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900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 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Small restaurants take orders by phone or in person and record them on paper. This is slow, error-prone, leaves no audit trail when an order changes, and gives owners no reliable view of daily sales.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EB8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OF USE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75488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Used inside a single restaurant location. A web ordering page lets customers browse the live menu and place orders; every order is written through a single controlled PL/SQL package so restaurant policy and auditing apply no matter which client is used.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I ·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Who It's For, What It Must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900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Browses the menu and places orders online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Staff / cashier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Reviews and progresses incoming orders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566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886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Reviews sales totals and the audit trail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557784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900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2157984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1031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Normalize the schema to 3NF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2816352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76148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 all order logic in PL/SQL packages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3474720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41985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Enforce a weekday/holiday business rule with triggers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4133088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07822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Provide a complete audit trail of every order change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55080" y="4791456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73659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Restrict direct table DML — force writes through the package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55080" y="5449824"/>
            <a:ext cx="109728" cy="10972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53949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1F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Demonstrate the system with a live web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3001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1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I · EXPECTED BENEFITS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This Is Worth Building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AA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Faster, error-free order capture than a paper ticket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AA1220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514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9260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verifiable audit trail: every order and status change, with who and when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2976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AA122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480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Restaurant policy enforced at the database layer, not just app code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429768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AA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4480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4892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sales totals and order status for staff and management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2026-07-15T00:40:31Z</dcterms:created>
  <dcterms:modified xsi:type="dcterms:W3CDTF">2026-07-15T00:40:31Z</dcterms:modified>
</cp:coreProperties>
</file>